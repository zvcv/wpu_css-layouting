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</p:sldIdLst>
  <p:sldSz cx="9753600" cy="6896100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slide" Target="slides/slide16.xml"/>
  <Relationship Id="rId19" Type="http://schemas.openxmlformats.org/officeDocument/2006/relationships/slide" Target="slides/slide17.xml"/>
  <Relationship Id="rId20" Type="http://schemas.openxmlformats.org/officeDocument/2006/relationships/slide" Target="slides/slide18.xml"/>
  <Relationship Id="rId21" Type="http://schemas.openxmlformats.org/officeDocument/2006/relationships/slide" Target="slides/slide19.xml"/>
  <Relationship Id="rId22" Type="http://schemas.openxmlformats.org/officeDocument/2006/relationships/slide" Target="slides/slide20.xml"/>
  <Relationship Id="rId23" Type="http://schemas.openxmlformats.org/officeDocument/2006/relationships/slide" Target="slides/slide21.xml"/>
  <Relationship Id="rId24" Type="http://schemas.openxmlformats.org/officeDocument/2006/relationships/slide" Target="slides/slide22.xml"/>
  <Relationship Id="rId25" Type="http://schemas.openxmlformats.org/officeDocument/2006/relationships/slide" Target="slides/slide23.xml"/>
  <Relationship Id="rId26" Type="http://schemas.openxmlformats.org/officeDocument/2006/relationships/slide" Target="slides/slide24.xml"/>
  <Relationship Id="rId27" Type="http://schemas.openxmlformats.org/officeDocument/2006/relationships/slide" Target="slides/slide25.xml"/>
  <Relationship Id="rId28" Type="http://schemas.openxmlformats.org/officeDocument/2006/relationships/slide" Target="slides/slide26.xml"/>
  <Relationship Id="rId29" Type="http://schemas.openxmlformats.org/officeDocument/2006/relationships/slide" Target="slides/slide27.xml"/>
  <Relationship Id="rId30" Type="http://schemas.openxmlformats.org/officeDocument/2006/relationships/slide" Target="slides/slide28.xml"/>
  <Relationship Id="rId31" Type="http://schemas.openxmlformats.org/officeDocument/2006/relationships/slide" Target="slides/slide29.xml"/>
  <Relationship Id="rId32" Type="http://schemas.openxmlformats.org/officeDocument/2006/relationships/slide" Target="slides/slide30.xml"/>
  <Relationship Id="rId33" Type="http://schemas.openxmlformats.org/officeDocument/2006/relationships/slide" Target="slides/slide31.xml"/>
  <Relationship Id="rId34" Type="http://schemas.openxmlformats.org/officeDocument/2006/relationships/slide" Target="slides/slide32.xml"/>
  <Relationship Id="rId35" Type="http://schemas.openxmlformats.org/officeDocument/2006/relationships/slide" Target="slides/slide33.xml"/>
  <Relationship Id="rId36" Type="http://schemas.openxmlformats.org/officeDocument/2006/relationships/slide" Target="slides/slide34.xml"/>
  <Relationship Id="rId37" Type="http://schemas.openxmlformats.org/officeDocument/2006/relationships/slide" Target="slides/slide35.xml"/>
  <Relationship Id="rId38" Type="http://schemas.openxmlformats.org/officeDocument/2006/relationships/slide" Target="slides/slide36.xml"/>
  <Relationship Id="rId39" Type="http://schemas.openxmlformats.org/officeDocument/2006/relationships/slide" Target="slides/slide37.xml"/>
  <Relationship Id="rId40" Type="http://schemas.openxmlformats.org/officeDocument/2006/relationships/slide" Target="slides/slide38.xml"/>
  <Relationship Id="rId41" Type="http://schemas.openxmlformats.org/officeDocument/2006/relationships/presProps" Target="presProps.xml"/>
  <Relationship Id="rId42" Type="http://schemas.openxmlformats.org/officeDocument/2006/relationships/viewProps" Target="viewProps.xml"/>
  <Relationship Id="rId43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338177070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ab62cb229109ec372597cdce64babf3c1.jp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498f2f28860e88527222a773807aed0d2.jp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2c9876a48cb30b0969ca2884685ca8443.jp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7e7bf431f644115abbf546df178056284.jp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3adba89b33803df18be7eb5112a74335.jp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ebbfe26a29ce8d6e54280c843d9326b96.jp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0a61cd6e822dad455b9bb9317d1bf67f7.jp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728d1c118698a0223c4e589c432afad78.jp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940fdcf3d5ce6ffc980bf96d77abea9.jp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9364e06860d33dc8269702349ccec1de10.jp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d637783ba665a441a7ba98712267f59011.jpg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8bd6dad05b68963c25581d3eccbe286b12.jpg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9b466670a1f5cda9867c1754177a7a9913.jpg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0b1ef71f8b5c0927b12a6d1d83871d2614.jpg"/>
</Relationships>
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85fb85e81074c74be61a69579d49756515.jpg"/>
</Relationships>
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af7139f68b3999cccb3e4fb0dd1b28216.jpg"/>
</Relationships>
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8896de70eea20b3aaaab63177581871f17.jpg"/>
</Relationships>
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6a12fb094eb443252ab1f7d9c9fe352018.jpg"/>
</Relationships>
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a859bf77d867c85e485fb0a0e0891d3519.jpg"/>
</Relationships>
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557c3fb231553fa367c3286d7c67c52320.jpg"/>
</Relationships>
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8dd25e4e2153760490f251c93ffbb8ab21.jpg"/>
</Relationships>
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5a4e547dc2a45354f2bf3fac8917151e22.jpg"/>
</Relationships>
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b8d0cf5bb2b064814d614c23129375623.jpg"/>
</Relationships>
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0d329ab67ea9615aeaf52fc555fe637e24.jpg"/>
</Relationships>
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6dfa132991aa7eb03e5e9b753bad058725.jpg"/>
</Relationships>
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4a5bc918649cd584eebce7d6c23497b526.jpg"/>
</Relationships>
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56b691e7a80fffdeaa44ada7c3405a9127.jpg"/>
</Relationships>

</file>

<file path=ppt/slides/_rels/slide2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7e5e3b8e4635736c65ca6afc32b947bd28.jpg"/>
</Relationships>

</file>

<file path=ppt/slides/_rels/slide2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99889506003538ad3d0732c9f1d27e829.jpg"/>
</Relationships>

</file>

<file path=ppt/slides/_rels/slide3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809661d31ceaa77c8c28edff94b886e730.jpg"/>
</Relationships>

</file>

<file path=ppt/slides/_rels/slide3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b832e7320588f8f8e85cd32036c25c831.jpg"/>
</Relationships>

</file>

<file path=ppt/slides/_rels/slide3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52a0a26f01f03937a66feb905c1d2a3c32.jpg"/>
</Relationships>

</file>

<file path=ppt/slides/_rels/slide3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d8db60235bd6518c334cf9b0467f48da33.jpg"/>
</Relationships>

</file>

<file path=ppt/slides/_rels/slide3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41326470faec8939623aba649882a6c34.jpg"/>
</Relationships>

</file>

<file path=ppt/slides/_rels/slide3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3f7ba33678cd67a4782f96519f1bce4735.jpg"/>
</Relationships>

</file>

<file path=ppt/slides/_rels/slide3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e62bde01a744b04db067ab94e099af4536.jpg"/>
</Relationships>

</file>

<file path=ppt/slides/_rels/slide3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e0d30623cbfeda6517af186813013a3437.jpg"/>
</Relationships>

</file>

<file path=ppt/slides/_rels/slide3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520bcc7f94aec995b5e58e9b9ca1462f38.jp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22">
  <a:themeElements>
    <a:clrScheme name="Theme2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22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22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38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2022-04-05T12:13:14Z</dcterms:created>
  <dcterms:modified xsi:type="dcterms:W3CDTF">2022-04-05T12:13:14Z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