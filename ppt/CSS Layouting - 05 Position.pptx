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753600" cy="68961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presProps" Target="presProps.xml"/>
  <Relationship Id="rId39" Type="http://schemas.openxmlformats.org/officeDocument/2006/relationships/viewProps" Target="viewProps.xml"/>
  <Relationship Id="rId4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3817709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77c199b4f782a68286b24233fd1cde50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2d14c1be07cb5f6fab761fd74b95f42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c7c4b5ce3ec5b37fd03bc98d0b76fcc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f28c680a912cf8f2c30df6a4ff94be9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52dcbbf5f3c4baaed385530d128ac7e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51d7bee9b39773c9df3e94a96e005ec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3c408be0f0f8ff11a545475f7634168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f6b2087f1711c7cb93a948e22aad9f1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172433a868103cc667ef0f9ebbbbc3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0ba0d24b566c7c443cbdf9ce2e0c1ea9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7f7a5fda7857220ae48fff86f32f8ba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b6ce6c2fca60f715930dc7052595fff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745a7f0064ca5587dca0deed910a826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e20d33fb89e0c6ff27da3ac270f4a25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43cde7db353a7fe87eeefa46018644c15.jp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7a89f9af627fe7262f27dd3579df0416.jp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9aea8cb46edd7e9b87edd585c2e2b1c17.jp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7ebe0e061363d1a752b44e1df4bcae518.jp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b47ac3de36941d1793260d1aebd013519.jp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6111279060e5c3fa167ebf1250e56ba20.jp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2fabf1d17e9e78116d00096304880aa21.jp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0e758d068718b8c18c8e17b95dd47ac22.jp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a99ff73d6ab8ed8074bf1f998c8f54123.jp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1fd895d25bb94870e078438c02cacb724.jp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5e35c24d3782ee68abfde188934c1fb25.jp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dd78e031830f2f30a1ab79d2e58ee0626.jp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e2ae63e37c1163d68fa4df50ff2918627.jp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f5025a0abcbd4c965946f257f6ffd9328.jp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8970828c650f14258d5f297235f0729f29.jp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6b995aad3b3f402bd412740c15d4686530.jp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10736bc46d01ff11bf189c98f89ef9431.jp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d1df6fd37e3e5ff6befa606e64f5af8832.jp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6762a0fd12b1f4205ffb3635295c33e33.jp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1e74ecb0103feb0d765becc449f0f8c34.jpg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3ea68e7a8ba5b646bcc92af51ce04ed35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6896100"/>
          <a:chOff x="0" y="0"/>
          <a:chExt cx="9753600" cy="68961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689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3">
  <a:themeElements>
    <a:clrScheme name="Theme9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2022-04-05T12:13:41Z</dcterms:created>
  <dcterms:modified xsi:type="dcterms:W3CDTF">2022-04-05T12:13:41Z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