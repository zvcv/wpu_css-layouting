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</p:sldIdLst>
  <p:sldSz cx="9753600" cy="68961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slide" Target="slides/slide26.xml"/>
  <Relationship Id="rId29" Type="http://schemas.openxmlformats.org/officeDocument/2006/relationships/slide" Target="slides/slide27.xml"/>
  <Relationship Id="rId30" Type="http://schemas.openxmlformats.org/officeDocument/2006/relationships/slide" Target="slides/slide28.xml"/>
  <Relationship Id="rId31" Type="http://schemas.openxmlformats.org/officeDocument/2006/relationships/slide" Target="slides/slide29.xml"/>
  <Relationship Id="rId32" Type="http://schemas.openxmlformats.org/officeDocument/2006/relationships/slide" Target="slides/slide30.xml"/>
  <Relationship Id="rId33" Type="http://schemas.openxmlformats.org/officeDocument/2006/relationships/slide" Target="slides/slide31.xml"/>
  <Relationship Id="rId34" Type="http://schemas.openxmlformats.org/officeDocument/2006/relationships/slide" Target="slides/slide32.xml"/>
  <Relationship Id="rId35" Type="http://schemas.openxmlformats.org/officeDocument/2006/relationships/slide" Target="slides/slide33.xml"/>
  <Relationship Id="rId36" Type="http://schemas.openxmlformats.org/officeDocument/2006/relationships/slide" Target="slides/slide34.xml"/>
  <Relationship Id="rId37" Type="http://schemas.openxmlformats.org/officeDocument/2006/relationships/slide" Target="slides/slide35.xml"/>
  <Relationship Id="rId38" Type="http://schemas.openxmlformats.org/officeDocument/2006/relationships/slide" Target="slides/slide36.xml"/>
  <Relationship Id="rId39" Type="http://schemas.openxmlformats.org/officeDocument/2006/relationships/slide" Target="slides/slide37.xml"/>
  <Relationship Id="rId40" Type="http://schemas.openxmlformats.org/officeDocument/2006/relationships/slide" Target="slides/slide38.xml"/>
  <Relationship Id="rId41" Type="http://schemas.openxmlformats.org/officeDocument/2006/relationships/slide" Target="slides/slide39.xml"/>
  <Relationship Id="rId42" Type="http://schemas.openxmlformats.org/officeDocument/2006/relationships/slide" Target="slides/slide40.xml"/>
  <Relationship Id="rId43" Type="http://schemas.openxmlformats.org/officeDocument/2006/relationships/slide" Target="slides/slide41.xml"/>
  <Relationship Id="rId44" Type="http://schemas.openxmlformats.org/officeDocument/2006/relationships/slide" Target="slides/slide42.xml"/>
  <Relationship Id="rId45" Type="http://schemas.openxmlformats.org/officeDocument/2006/relationships/slide" Target="slides/slide43.xml"/>
  <Relationship Id="rId46" Type="http://schemas.openxmlformats.org/officeDocument/2006/relationships/slide" Target="slides/slide44.xml"/>
  <Relationship Id="rId47" Type="http://schemas.openxmlformats.org/officeDocument/2006/relationships/slide" Target="slides/slide45.xml"/>
  <Relationship Id="rId48" Type="http://schemas.openxmlformats.org/officeDocument/2006/relationships/slide" Target="slides/slide46.xml"/>
  <Relationship Id="rId49" Type="http://schemas.openxmlformats.org/officeDocument/2006/relationships/slide" Target="slides/slide47.xml"/>
  <Relationship Id="rId50" Type="http://schemas.openxmlformats.org/officeDocument/2006/relationships/slide" Target="slides/slide48.xml"/>
  <Relationship Id="rId51" Type="http://schemas.openxmlformats.org/officeDocument/2006/relationships/slide" Target="slides/slide49.xml"/>
  <Relationship Id="rId52" Type="http://schemas.openxmlformats.org/officeDocument/2006/relationships/slide" Target="slides/slide50.xml"/>
  <Relationship Id="rId53" Type="http://schemas.openxmlformats.org/officeDocument/2006/relationships/slide" Target="slides/slide51.xml"/>
  <Relationship Id="rId54" Type="http://schemas.openxmlformats.org/officeDocument/2006/relationships/slide" Target="slides/slide52.xml"/>
  <Relationship Id="rId55" Type="http://schemas.openxmlformats.org/officeDocument/2006/relationships/slide" Target="slides/slide53.xml"/>
  <Relationship Id="rId56" Type="http://schemas.openxmlformats.org/officeDocument/2006/relationships/presProps" Target="presProps.xml"/>
  <Relationship Id="rId57" Type="http://schemas.openxmlformats.org/officeDocument/2006/relationships/viewProps" Target="viewProps.xml"/>
  <Relationship Id="rId58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38177006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e45be45c683f676ca845c8af9ab4b1c1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ef4f5c75e8c946caecec0a7fece560a2.jp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62e1d0b127c0fb4d429cecff5ee041a3.jp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3a0cb1a3a848855df0bc52873aa24e94.jp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837fdde796386c39af203b96a87c4825.jp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31d511c1aa16718124dc95159bc186e6.jp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096d530f6f7ec676742d5deeada1de27.jp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9a6f51a93703090f1753873ce7c12198.jp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92176125e14b9557bfae1c41543e7a59.jp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d02aca7183ed26fe9e36bcdd58ef85610.jp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d67f6603e9097a864cb3ceef5f01c2611.jp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6365d97d43d8ebd75f3dd0e948ef6e812.jp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9268ac50d2f7486a80f9c16ec10042413.jp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c9122893fbe70b4f8099701d5eca63e14.jp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c8ec7f6d9e5aa80aa16a73badbc5d2e15.jpg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460f109e9c920f7343b25fac8e2603116.jpg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9f7af8995f00022d96d68fa038f1f2717.jpg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916319e67b24c409b081ad104e5b1b818.jpg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909779407b8de9f62929866b6a80fd919.jpg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5d373b8ba3e85b15924e5f4298df86920.jpg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b7e17722347d42be77c3eb66d3c93a721.jpg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df2dceb166c672c1f1a9ced92b3788d22.jpg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7b6db46f85c501b6f6ebd3dab84769523.jpg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09da036f076b0796c51e85485534aa324.jpg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d4e3f50aa6d223049b3dafe5589e47125.jpg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7753d10289e93aa75fcdcb997e1e81226.jpg"/>
</Relationships>
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4002014943781edca36463ec8a34caf27.jpg"/>
</Relationships>
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3cbb908e44a164b239a70e5c1e79d8428.jpg"/>
</Relationships>
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cfe49f7cfe53a784eb18dabcb127ac529.jpg"/>
</Relationships>
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cd350229439bf799489be1b7df1426f30.jpg"/>
</Relationships>
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850cb98061a04c1fe438e717981bfdd31.jpg"/>
</Relationships>
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1bb96528e29d2dfa437bb102502892432.jpg"/>
</Relationships>
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0987ddef63227368e49f5de2729a35f33.jpg"/>
</Relationships>
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2518d37827b6d40798298f444b33e3a34.jpg"/>
</Relationships>
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bc036962c5a720a60c1e97820fe7cdd35.jpg"/>
</Relationships>
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6203c1b54eba7431a9141aa633b3da036.jpg"/>
</Relationships>
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b66c7df664b7fa7ed80fa12668af72237.jpg"/>
</Relationships>
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9030d09e93cc06f93fb4e1f4e2e9c1e38.jpg"/>
</Relationships>
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f7f213b311f4b16326221fb4ea0f57a39.jpg"/>
</Relationships>
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8877d098c97ce1e8a30f69f61adaaf440.jpg"/>
</Relationships>
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2c527e33913108d26693f8eaf4e914141.jpg"/>
</Relationships>
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6b14ab22597e9f7f3ea80a15b5ed7f342.jpg"/>
</Relationships>
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667c57170a8f423d299ec860063cec043.jpg"/>
</Relationships>
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c3f26788ac3025bebeccf2bf26ccbeb44.jpg"/>
</Relationships>

</file>

<file path=ppt/slides/_rels/slide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91537619414b7d128f64f6344b761ed45.jpg"/>
</Relationships>

</file>

<file path=ppt/slides/_rels/slide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2fb8ed03aea8f1921f6be04af48292946.jpg"/>
</Relationships>

</file>

<file path=ppt/slides/_rels/slide4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8b5d4918d65dfd64cb2cb8183e3f1a47.jpg"/>
</Relationships>

</file>

<file path=ppt/slides/_rels/slide4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5a0c1eb5b04ab2bcdc76bda789df1f748.jpg"/>
</Relationships>

</file>

<file path=ppt/slides/_rels/slide4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6242d7d654cc46091fbcc584b59f9b249.jpg"/>
</Relationships>

</file>

<file path=ppt/slides/_rels/slide5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6b84ac99a3450df655bae766cefbb2f50.jpg"/>
</Relationships>

</file>

<file path=ppt/slides/_rels/slide5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a3f02d1f0c0b0c5ca7ae745a73ba8e151.jpg"/>
</Relationships>

</file>

<file path=ppt/slides/_rels/slide5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02a715fcfbf8a2da2d5902dcd8ed88052.jpg"/>
</Relationships>

</file>

<file path=ppt/slides/_rels/slide5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277e0aed17f6bad910ef10a7dc9c9de53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93">
  <a:themeElements>
    <a:clrScheme name="Theme9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3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53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2022-04-05T12:12:07Z</dcterms:created>
  <dcterms:modified xsi:type="dcterms:W3CDTF">2022-04-05T12:12:07Z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