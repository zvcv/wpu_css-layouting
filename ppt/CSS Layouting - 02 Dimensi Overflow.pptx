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753600" cy="68961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presProps" Target="presProps.xml"/>
  <Relationship Id="rId22" Type="http://schemas.openxmlformats.org/officeDocument/2006/relationships/viewProps" Target="viewProps.xml"/>
  <Relationship Id="rId2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3817703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a28ecc7520b552d57a8274f2d1107e4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ce07528b129d4ca37f234fbb28a969d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2a847431fdd03c1da46f35699cce693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2565766152d39007e6611bbc424f9dd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8cf6f115b338aecff0704c5b37f282e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334c09946245a219d1390c233e6ded5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e7de8062b91f79463ce15d136135c21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9ac8124160b041537739d8dddbc2f74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428fb084bd91e401c96e7e93caa495a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b33779cf94478cba06916ff24936006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236c4a7f7d0b4845a2881ec0910f9fb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d814959d625c8270df60f45960c8a53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99c643668e4a92186ae1653d52d1c05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b63ac3dd3e3d8e2bb0300e54f093fa1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02183261de119661eabcbea32b733d2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0cdf76a6e7401d2fd083195ada37262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cedc32574eaeb69e62f6749710ad71e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ce4f82a7b813b7acaf0da34b51b65ec18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74">
  <a:themeElements>
    <a:clrScheme name="Theme7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4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2022-04-05T12:12:38Z</dcterms:created>
  <dcterms:modified xsi:type="dcterms:W3CDTF">2022-04-05T12:12:38Z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