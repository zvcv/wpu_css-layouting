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9753600" cy="68961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slide" Target="slides/slide26.xml"/>
  <Relationship Id="rId29" Type="http://schemas.openxmlformats.org/officeDocument/2006/relationships/slide" Target="slides/slide27.xml"/>
  <Relationship Id="rId30" Type="http://schemas.openxmlformats.org/officeDocument/2006/relationships/slide" Target="slides/slide28.xml"/>
  <Relationship Id="rId31" Type="http://schemas.openxmlformats.org/officeDocument/2006/relationships/presProps" Target="presProps.xml"/>
  <Relationship Id="rId32" Type="http://schemas.openxmlformats.org/officeDocument/2006/relationships/viewProps" Target="viewProps.xml"/>
  <Relationship Id="rId33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3817705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e9f6ef4502084ba0c71afa697b7aa061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6a6af44f5220f05dc89cabd2fbb67d52.jp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d4282999c21f9bde95bf1910e1421643.jp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e2338f265f5b932df89f3da9306516c4.jp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d43203f2234f196f78179f63e43ffed5.jp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76782cc1317e73532a8ffa31e43ea116.jp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77be4ab4b10d17671fd898c58a6a2f67.jp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ec51d8fb42e42af189303d8b0d9c4058.jp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4387f2afaf70ea165bbb527344d48ef9.jp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89f936c83522e5b481d9254cdab902f10.jp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4536e36da56a484d6c9681981e662e111.jp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2cb151912f920b9268c263076511a2212.jp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b1fb39e4ea0b8ee03d8f5707972e6c913.jp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097536c637fcacb371e8e1dcb009da414.jpg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643e73d7461ec79c41d27d7e21c622815.jpg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65f8f654f3cf42e36c0ca760efee4ac16.jpg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e72b7362cf644310b39801cb83f485217.jpg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97c84fd83249161538b573a89f70ad018.jpg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6d9c7cd34659312bea13f74c345521a19.jpg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8d6f281a438ef49d80f44c0220d2e8620.jpg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2767f904f10c15cdd60c421647c0b2221.jpg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1dd34bddc376c8bd31c4d20cc3964b322.jpg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8475eeac673f6d9db190af35678bbf123.jpg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21a1b470cb2a750ddcb1a5577e1853924.jpg"/>
</Relationships>
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9f3d32a21ae4bfc33cf91cc31a4176125.jpg"/>
</Relationships>
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a007baca9359665067f74e854af766526.jpg"/>
</Relationships>
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911590d5064e27b6c28dff8c23e32e727.jpg"/>
</Relationships>
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663617cd016aa901a8e1068e7d581a228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59">
  <a:themeElements>
    <a:clrScheme name="Theme5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9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28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2022-04-05T12:12:55Z</dcterms:created>
  <dcterms:modified xsi:type="dcterms:W3CDTF">2022-04-05T12:12:55Z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